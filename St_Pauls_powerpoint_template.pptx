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2" r:id="rId3"/>
    <p:sldId id="257" r:id="rId4"/>
    <p:sldId id="258" r:id="rId5"/>
    <p:sldId id="259" r:id="rId6"/>
    <p:sldId id="263" r:id="rId7"/>
    <p:sldId id="264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6EA1"/>
    <a:srgbClr val="728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792" autoAdjust="0"/>
  </p:normalViewPr>
  <p:slideViewPr>
    <p:cSldViewPr snapToGrid="0">
      <p:cViewPr varScale="1">
        <p:scale>
          <a:sx n="69" d="100"/>
          <a:sy n="69" d="100"/>
        </p:scale>
        <p:origin x="1205" y="278"/>
      </p:cViewPr>
      <p:guideLst/>
    </p:cSldViewPr>
  </p:slideViewPr>
  <p:outlineViewPr>
    <p:cViewPr>
      <p:scale>
        <a:sx n="33" d="100"/>
        <a:sy n="33" d="100"/>
      </p:scale>
      <p:origin x="0" y="-2516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Lowe" userId="7585b41e16c1901d" providerId="LiveId" clId="{133C6550-DAE8-473F-B466-82ACB33F8145}"/>
    <pc:docChg chg="undo custSel addSld delSld modSld addMainMaster delMainMaster modMainMaster">
      <pc:chgData name="David Lowe" userId="7585b41e16c1901d" providerId="LiveId" clId="{133C6550-DAE8-473F-B466-82ACB33F8145}" dt="2026-02-17T18:59:42.135" v="841" actId="700"/>
      <pc:docMkLst>
        <pc:docMk/>
      </pc:docMkLst>
      <pc:sldChg chg="delSp del delDesignElem">
        <pc:chgData name="David Lowe" userId="7585b41e16c1901d" providerId="LiveId" clId="{133C6550-DAE8-473F-B466-82ACB33F8145}" dt="2026-02-17T15:01:19.365" v="297" actId="47"/>
        <pc:sldMkLst>
          <pc:docMk/>
          <pc:sldMk cId="10135829" sldId="256"/>
        </pc:sldMkLst>
        <pc:spChg chg="del">
          <ac:chgData name="David Lowe" userId="7585b41e16c1901d" providerId="LiveId" clId="{133C6550-DAE8-473F-B466-82ACB33F8145}" dt="2026-02-17T14:49:57.368" v="1"/>
          <ac:spMkLst>
            <pc:docMk/>
            <pc:sldMk cId="10135829" sldId="256"/>
            <ac:spMk id="26" creationId="{5A59F003-E00A-43F9-91DC-CC54E3B87466}"/>
          </ac:spMkLst>
        </pc:spChg>
        <pc:spChg chg="del">
          <ac:chgData name="David Lowe" userId="7585b41e16c1901d" providerId="LiveId" clId="{133C6550-DAE8-473F-B466-82ACB33F8145}" dt="2026-02-17T14:49:57.368" v="1"/>
          <ac:spMkLst>
            <pc:docMk/>
            <pc:sldMk cId="10135829" sldId="256"/>
            <ac:spMk id="28" creationId="{D74A4382-E3AD-430A-9A1F-DFA3E0E77A7D}"/>
          </ac:spMkLst>
        </pc:spChg>
        <pc:spChg chg="del">
          <ac:chgData name="David Lowe" userId="7585b41e16c1901d" providerId="LiveId" clId="{133C6550-DAE8-473F-B466-82ACB33F8145}" dt="2026-02-17T14:49:57.368" v="1"/>
          <ac:spMkLst>
            <pc:docMk/>
            <pc:sldMk cId="10135829" sldId="256"/>
            <ac:spMk id="30" creationId="{79F40191-0F44-4FD1-82CC-ACB507C14BE6}"/>
          </ac:spMkLst>
        </pc:spChg>
      </pc:sldChg>
      <pc:sldChg chg="addSp delSp modSp new mod chgLayout">
        <pc:chgData name="David Lowe" userId="7585b41e16c1901d" providerId="LiveId" clId="{133C6550-DAE8-473F-B466-82ACB33F8145}" dt="2026-02-17T15:07:20.962" v="335" actId="700"/>
        <pc:sldMkLst>
          <pc:docMk/>
          <pc:sldMk cId="2243814825" sldId="256"/>
        </pc:sldMkLst>
        <pc:spChg chg="del">
          <ac:chgData name="David Lowe" userId="7585b41e16c1901d" providerId="LiveId" clId="{133C6550-DAE8-473F-B466-82ACB33F8145}" dt="2026-02-17T15:07:20.962" v="335" actId="700"/>
          <ac:spMkLst>
            <pc:docMk/>
            <pc:sldMk cId="2243814825" sldId="256"/>
            <ac:spMk id="2" creationId="{AB23CE38-735F-2E07-2B60-2161D9134A16}"/>
          </ac:spMkLst>
        </pc:spChg>
        <pc:spChg chg="add mod ord">
          <ac:chgData name="David Lowe" userId="7585b41e16c1901d" providerId="LiveId" clId="{133C6550-DAE8-473F-B466-82ACB33F8145}" dt="2026-02-17T15:07:20.962" v="335" actId="700"/>
          <ac:spMkLst>
            <pc:docMk/>
            <pc:sldMk cId="2243814825" sldId="256"/>
            <ac:spMk id="3" creationId="{3ED1A7F2-9FF4-86F4-E849-473B4F8A5371}"/>
          </ac:spMkLst>
        </pc:spChg>
        <pc:spChg chg="add mod ord">
          <ac:chgData name="David Lowe" userId="7585b41e16c1901d" providerId="LiveId" clId="{133C6550-DAE8-473F-B466-82ACB33F8145}" dt="2026-02-17T15:07:20.962" v="335" actId="700"/>
          <ac:spMkLst>
            <pc:docMk/>
            <pc:sldMk cId="2243814825" sldId="256"/>
            <ac:spMk id="4" creationId="{A7D916F9-6B49-F743-E350-702A4CC86F00}"/>
          </ac:spMkLst>
        </pc:spChg>
      </pc:sldChg>
      <pc:sldChg chg="new">
        <pc:chgData name="David Lowe" userId="7585b41e16c1901d" providerId="LiveId" clId="{133C6550-DAE8-473F-B466-82ACB33F8145}" dt="2026-02-17T15:01:37.884" v="299" actId="680"/>
        <pc:sldMkLst>
          <pc:docMk/>
          <pc:sldMk cId="1496392906" sldId="257"/>
        </pc:sldMkLst>
      </pc:sldChg>
      <pc:sldChg chg="addSp delSp modSp new mod modClrScheme chgLayout">
        <pc:chgData name="David Lowe" userId="7585b41e16c1901d" providerId="LiveId" clId="{133C6550-DAE8-473F-B466-82ACB33F8145}" dt="2026-02-17T15:02:01.776" v="303" actId="700"/>
        <pc:sldMkLst>
          <pc:docMk/>
          <pc:sldMk cId="22285037" sldId="258"/>
        </pc:sldMkLst>
        <pc:spChg chg="del">
          <ac:chgData name="David Lowe" userId="7585b41e16c1901d" providerId="LiveId" clId="{133C6550-DAE8-473F-B466-82ACB33F8145}" dt="2026-02-17T15:02:01.776" v="303" actId="700"/>
          <ac:spMkLst>
            <pc:docMk/>
            <pc:sldMk cId="22285037" sldId="258"/>
            <ac:spMk id="2" creationId="{0A0B9E77-C761-C11D-2A08-A7A2C1BF6DCA}"/>
          </ac:spMkLst>
        </pc:spChg>
        <pc:spChg chg="del mod ord">
          <ac:chgData name="David Lowe" userId="7585b41e16c1901d" providerId="LiveId" clId="{133C6550-DAE8-473F-B466-82ACB33F8145}" dt="2026-02-17T15:02:01.776" v="303" actId="700"/>
          <ac:spMkLst>
            <pc:docMk/>
            <pc:sldMk cId="22285037" sldId="258"/>
            <ac:spMk id="3" creationId="{012801A6-140D-887B-8F82-6A923290281E}"/>
          </ac:spMkLst>
        </pc:spChg>
        <pc:spChg chg="add mod ord">
          <ac:chgData name="David Lowe" userId="7585b41e16c1901d" providerId="LiveId" clId="{133C6550-DAE8-473F-B466-82ACB33F8145}" dt="2026-02-17T15:02:01.776" v="303" actId="700"/>
          <ac:spMkLst>
            <pc:docMk/>
            <pc:sldMk cId="22285037" sldId="258"/>
            <ac:spMk id="4" creationId="{C68E7E70-7DA3-D09F-2C20-9B1D69825CCB}"/>
          </ac:spMkLst>
        </pc:spChg>
      </pc:sldChg>
      <pc:sldChg chg="addSp delSp modSp new mod modClrScheme chgLayout">
        <pc:chgData name="David Lowe" userId="7585b41e16c1901d" providerId="LiveId" clId="{133C6550-DAE8-473F-B466-82ACB33F8145}" dt="2026-02-17T18:59:10.115" v="835" actId="700"/>
        <pc:sldMkLst>
          <pc:docMk/>
          <pc:sldMk cId="970049036" sldId="259"/>
        </pc:sldMkLst>
        <pc:spChg chg="add mod ord">
          <ac:chgData name="David Lowe" userId="7585b41e16c1901d" providerId="LiveId" clId="{133C6550-DAE8-473F-B466-82ACB33F8145}" dt="2026-02-17T18:59:10.115" v="835" actId="700"/>
          <ac:spMkLst>
            <pc:docMk/>
            <pc:sldMk cId="970049036" sldId="259"/>
            <ac:spMk id="2" creationId="{8E237408-E133-C9DE-FEC5-0C3587414523}"/>
          </ac:spMkLst>
        </pc:spChg>
        <pc:spChg chg="del">
          <ac:chgData name="David Lowe" userId="7585b41e16c1901d" providerId="LiveId" clId="{133C6550-DAE8-473F-B466-82ACB33F8145}" dt="2026-02-17T15:01:54.071" v="302" actId="700"/>
          <ac:spMkLst>
            <pc:docMk/>
            <pc:sldMk cId="970049036" sldId="259"/>
            <ac:spMk id="2" creationId="{8EB3310D-61F0-D50F-D960-86DB7F3BD241}"/>
          </ac:spMkLst>
        </pc:spChg>
        <pc:spChg chg="del mod ord">
          <ac:chgData name="David Lowe" userId="7585b41e16c1901d" providerId="LiveId" clId="{133C6550-DAE8-473F-B466-82ACB33F8145}" dt="2026-02-17T15:01:54.071" v="302" actId="700"/>
          <ac:spMkLst>
            <pc:docMk/>
            <pc:sldMk cId="970049036" sldId="259"/>
            <ac:spMk id="3" creationId="{ADFA5B6A-D518-6829-72D4-00F4571D10CD}"/>
          </ac:spMkLst>
        </pc:spChg>
        <pc:spChg chg="add mod ord">
          <ac:chgData name="David Lowe" userId="7585b41e16c1901d" providerId="LiveId" clId="{133C6550-DAE8-473F-B466-82ACB33F8145}" dt="2026-02-17T18:59:10.115" v="835" actId="700"/>
          <ac:spMkLst>
            <pc:docMk/>
            <pc:sldMk cId="970049036" sldId="259"/>
            <ac:spMk id="3" creationId="{DFD22049-0848-ED7F-C0B9-32532DBAD0D0}"/>
          </ac:spMkLst>
        </pc:spChg>
        <pc:spChg chg="add del mod ord">
          <ac:chgData name="David Lowe" userId="7585b41e16c1901d" providerId="LiveId" clId="{133C6550-DAE8-473F-B466-82ACB33F8145}" dt="2026-02-17T18:59:10.115" v="835" actId="700"/>
          <ac:spMkLst>
            <pc:docMk/>
            <pc:sldMk cId="970049036" sldId="259"/>
            <ac:spMk id="4" creationId="{5761950C-23A2-DA44-BEF9-5135478A0310}"/>
          </ac:spMkLst>
        </pc:spChg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3542042188" sldId="259"/>
        </pc:sldMkLst>
      </pc:sldChg>
      <pc:sldChg chg="delSp new mod modClrScheme chgLayout">
        <pc:chgData name="David Lowe" userId="7585b41e16c1901d" providerId="LiveId" clId="{133C6550-DAE8-473F-B466-82ACB33F8145}" dt="2026-02-17T15:39:15.305" v="348" actId="700"/>
        <pc:sldMkLst>
          <pc:docMk/>
          <pc:sldMk cId="238829125" sldId="260"/>
        </pc:sldMkLst>
        <pc:spChg chg="del">
          <ac:chgData name="David Lowe" userId="7585b41e16c1901d" providerId="LiveId" clId="{133C6550-DAE8-473F-B466-82ACB33F8145}" dt="2026-02-17T15:39:15.305" v="348" actId="700"/>
          <ac:spMkLst>
            <pc:docMk/>
            <pc:sldMk cId="238829125" sldId="260"/>
            <ac:spMk id="2" creationId="{1E91AA57-9A31-2D06-B0EE-41FA0FFEC8B8}"/>
          </ac:spMkLst>
        </pc:spChg>
      </pc:sldChg>
      <pc:sldChg chg="new del">
        <pc:chgData name="David Lowe" userId="7585b41e16c1901d" providerId="LiveId" clId="{133C6550-DAE8-473F-B466-82ACB33F8145}" dt="2026-02-17T15:37:03.786" v="337" actId="47"/>
        <pc:sldMkLst>
          <pc:docMk/>
          <pc:sldMk cId="667056799" sldId="260"/>
        </pc:sldMkLst>
      </pc:sldChg>
      <pc:sldChg chg="new mod modClrScheme chgLayout">
        <pc:chgData name="David Lowe" userId="7585b41e16c1901d" providerId="LiveId" clId="{133C6550-DAE8-473F-B466-82ACB33F8145}" dt="2026-02-17T15:39:22.691" v="350" actId="700"/>
        <pc:sldMkLst>
          <pc:docMk/>
          <pc:sldMk cId="2872854556" sldId="261"/>
        </pc:sldMkLst>
      </pc:sldChg>
      <pc:sldChg chg="new">
        <pc:chgData name="David Lowe" userId="7585b41e16c1901d" providerId="LiveId" clId="{133C6550-DAE8-473F-B466-82ACB33F8145}" dt="2026-02-17T16:19:01.448" v="409" actId="680"/>
        <pc:sldMkLst>
          <pc:docMk/>
          <pc:sldMk cId="2922785289" sldId="262"/>
        </pc:sldMkLst>
      </pc:sldChg>
      <pc:sldChg chg="addSp delSp modSp new mod modClrScheme chgLayout">
        <pc:chgData name="David Lowe" userId="7585b41e16c1901d" providerId="LiveId" clId="{133C6550-DAE8-473F-B466-82ACB33F8145}" dt="2026-02-17T18:59:23.420" v="837" actId="700"/>
        <pc:sldMkLst>
          <pc:docMk/>
          <pc:sldMk cId="562464915" sldId="263"/>
        </pc:sldMkLst>
        <pc:spChg chg="del">
          <ac:chgData name="David Lowe" userId="7585b41e16c1901d" providerId="LiveId" clId="{133C6550-DAE8-473F-B466-82ACB33F8145}" dt="2026-02-17T18:59:23.420" v="837" actId="700"/>
          <ac:spMkLst>
            <pc:docMk/>
            <pc:sldMk cId="562464915" sldId="263"/>
            <ac:spMk id="2" creationId="{122EEB14-C76F-FF6C-DD07-FCC2998B9109}"/>
          </ac:spMkLst>
        </pc:spChg>
        <pc:spChg chg="del mod ord">
          <ac:chgData name="David Lowe" userId="7585b41e16c1901d" providerId="LiveId" clId="{133C6550-DAE8-473F-B466-82ACB33F8145}" dt="2026-02-17T18:59:23.420" v="837" actId="700"/>
          <ac:spMkLst>
            <pc:docMk/>
            <pc:sldMk cId="562464915" sldId="263"/>
            <ac:spMk id="3" creationId="{862C4F3D-38FD-E89B-62AF-48E15969EC09}"/>
          </ac:spMkLst>
        </pc:spChg>
        <pc:spChg chg="add mod ord">
          <ac:chgData name="David Lowe" userId="7585b41e16c1901d" providerId="LiveId" clId="{133C6550-DAE8-473F-B466-82ACB33F8145}" dt="2026-02-17T18:59:23.420" v="837" actId="700"/>
          <ac:spMkLst>
            <pc:docMk/>
            <pc:sldMk cId="562464915" sldId="263"/>
            <ac:spMk id="4" creationId="{2E51585C-CD7C-E13A-5BB5-7E2D601E2306}"/>
          </ac:spMkLst>
        </pc:spChg>
        <pc:spChg chg="add mod ord">
          <ac:chgData name="David Lowe" userId="7585b41e16c1901d" providerId="LiveId" clId="{133C6550-DAE8-473F-B466-82ACB33F8145}" dt="2026-02-17T18:59:23.420" v="837" actId="700"/>
          <ac:spMkLst>
            <pc:docMk/>
            <pc:sldMk cId="562464915" sldId="263"/>
            <ac:spMk id="5" creationId="{98658ED5-F949-3A2A-4CC7-19B0881E4E9F}"/>
          </ac:spMkLst>
        </pc:spChg>
      </pc:sldChg>
      <pc:sldChg chg="addSp delSp modSp new mod modClrScheme chgLayout">
        <pc:chgData name="David Lowe" userId="7585b41e16c1901d" providerId="LiveId" clId="{133C6550-DAE8-473F-B466-82ACB33F8145}" dt="2026-02-17T18:59:38.124" v="840" actId="700"/>
        <pc:sldMkLst>
          <pc:docMk/>
          <pc:sldMk cId="948263326" sldId="264"/>
        </pc:sldMkLst>
        <pc:spChg chg="del">
          <ac:chgData name="David Lowe" userId="7585b41e16c1901d" providerId="LiveId" clId="{133C6550-DAE8-473F-B466-82ACB33F8145}" dt="2026-02-17T18:59:38.124" v="840" actId="700"/>
          <ac:spMkLst>
            <pc:docMk/>
            <pc:sldMk cId="948263326" sldId="264"/>
            <ac:spMk id="2" creationId="{8D332D55-6C58-6570-CB03-19E97A027F3D}"/>
          </ac:spMkLst>
        </pc:spChg>
        <pc:spChg chg="del mod ord">
          <ac:chgData name="David Lowe" userId="7585b41e16c1901d" providerId="LiveId" clId="{133C6550-DAE8-473F-B466-82ACB33F8145}" dt="2026-02-17T18:59:38.124" v="840" actId="700"/>
          <ac:spMkLst>
            <pc:docMk/>
            <pc:sldMk cId="948263326" sldId="264"/>
            <ac:spMk id="3" creationId="{2095FF54-11B7-30FF-DFF9-FE72F7955627}"/>
          </ac:spMkLst>
        </pc:spChg>
        <pc:spChg chg="add mod ord">
          <ac:chgData name="David Lowe" userId="7585b41e16c1901d" providerId="LiveId" clId="{133C6550-DAE8-473F-B466-82ACB33F8145}" dt="2026-02-17T18:59:38.124" v="840" actId="700"/>
          <ac:spMkLst>
            <pc:docMk/>
            <pc:sldMk cId="948263326" sldId="264"/>
            <ac:spMk id="4" creationId="{1A27086A-9B78-3696-B6C6-2335B405C7D3}"/>
          </ac:spMkLst>
        </pc:spChg>
      </pc:sldChg>
      <pc:sldChg chg="addSp delSp modSp new mod modClrScheme chgLayout">
        <pc:chgData name="David Lowe" userId="7585b41e16c1901d" providerId="LiveId" clId="{133C6550-DAE8-473F-B466-82ACB33F8145}" dt="2026-02-17T18:59:42.135" v="841" actId="700"/>
        <pc:sldMkLst>
          <pc:docMk/>
          <pc:sldMk cId="3462332828" sldId="265"/>
        </pc:sldMkLst>
        <pc:spChg chg="del">
          <ac:chgData name="David Lowe" userId="7585b41e16c1901d" providerId="LiveId" clId="{133C6550-DAE8-473F-B466-82ACB33F8145}" dt="2026-02-17T18:59:42.135" v="841" actId="700"/>
          <ac:spMkLst>
            <pc:docMk/>
            <pc:sldMk cId="3462332828" sldId="265"/>
            <ac:spMk id="2" creationId="{1930ED29-F06C-0356-F6F7-F4420B0BCEAA}"/>
          </ac:spMkLst>
        </pc:spChg>
        <pc:spChg chg="del mod ord">
          <ac:chgData name="David Lowe" userId="7585b41e16c1901d" providerId="LiveId" clId="{133C6550-DAE8-473F-B466-82ACB33F8145}" dt="2026-02-17T18:59:42.135" v="841" actId="700"/>
          <ac:spMkLst>
            <pc:docMk/>
            <pc:sldMk cId="3462332828" sldId="265"/>
            <ac:spMk id="3" creationId="{927639F8-543A-2088-0E0B-BEF4FA8C06CA}"/>
          </ac:spMkLst>
        </pc:spChg>
        <pc:spChg chg="add mod ord">
          <ac:chgData name="David Lowe" userId="7585b41e16c1901d" providerId="LiveId" clId="{133C6550-DAE8-473F-B466-82ACB33F8145}" dt="2026-02-17T18:59:42.135" v="841" actId="700"/>
          <ac:spMkLst>
            <pc:docMk/>
            <pc:sldMk cId="3462332828" sldId="265"/>
            <ac:spMk id="4" creationId="{90209325-98F4-0887-E3ED-53E211811C7D}"/>
          </ac:spMkLst>
        </pc:spChg>
      </pc:sldChg>
      <pc:sldChg chg="delSp del delDesignElem">
        <pc:chgData name="David Lowe" userId="7585b41e16c1901d" providerId="LiveId" clId="{133C6550-DAE8-473F-B466-82ACB33F8145}" dt="2026-02-17T15:01:19.365" v="297" actId="47"/>
        <pc:sldMkLst>
          <pc:docMk/>
          <pc:sldMk cId="955733874" sldId="285"/>
        </pc:sldMkLst>
        <pc:spChg chg="del">
          <ac:chgData name="David Lowe" userId="7585b41e16c1901d" providerId="LiveId" clId="{133C6550-DAE8-473F-B466-82ACB33F8145}" dt="2026-02-17T14:50:28.936" v="3"/>
          <ac:spMkLst>
            <pc:docMk/>
            <pc:sldMk cId="955733874" sldId="285"/>
            <ac:spMk id="12" creationId="{C1DD1A8A-57D5-4A81-AD04-532B043C5611}"/>
          </ac:spMkLst>
        </pc:spChg>
        <pc:spChg chg="del">
          <ac:chgData name="David Lowe" userId="7585b41e16c1901d" providerId="LiveId" clId="{133C6550-DAE8-473F-B466-82ACB33F8145}" dt="2026-02-17T14:50:28.936" v="3"/>
          <ac:spMkLst>
            <pc:docMk/>
            <pc:sldMk cId="955733874" sldId="285"/>
            <ac:spMk id="14" creationId="{007891EC-4501-44ED-A8C8-B11B6DB767AB}"/>
          </ac:spMkLst>
        </pc:spChg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513462801" sldId="293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420793852" sldId="310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1555572704" sldId="318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855470136" sldId="319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031458342" sldId="329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41824050" sldId="360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375818435" sldId="363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074620717" sldId="365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883918240" sldId="367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948716568" sldId="369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3940454227" sldId="370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1340054947" sldId="371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676905721" sldId="378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3140224217" sldId="383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782749507" sldId="384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030615936" sldId="385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4009871102" sldId="386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776447930" sldId="388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955041953" sldId="390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952866555" sldId="397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3603373658" sldId="398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1533391728" sldId="399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4036126564" sldId="401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1034199980" sldId="402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3367796615" sldId="403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1636825817" sldId="404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117819348" sldId="405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1500345651" sldId="406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571131896" sldId="407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3963890116" sldId="408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4140139788" sldId="409"/>
        </pc:sldMkLst>
      </pc:sldChg>
      <pc:sldChg chg="del">
        <pc:chgData name="David Lowe" userId="7585b41e16c1901d" providerId="LiveId" clId="{133C6550-DAE8-473F-B466-82ACB33F8145}" dt="2026-02-17T15:01:19.365" v="297" actId="47"/>
        <pc:sldMkLst>
          <pc:docMk/>
          <pc:sldMk cId="2630741772" sldId="410"/>
        </pc:sldMkLst>
      </pc:sldChg>
      <pc:sldMasterChg chg="addSp delSp modSp mod modSldLayout sldLayoutOrd">
        <pc:chgData name="David Lowe" userId="7585b41e16c1901d" providerId="LiveId" clId="{133C6550-DAE8-473F-B466-82ACB33F8145}" dt="2026-02-17T18:56:52.927" v="834" actId="1076"/>
        <pc:sldMasterMkLst>
          <pc:docMk/>
          <pc:sldMasterMk cId="3407703155" sldId="2147483660"/>
        </pc:sldMasterMkLst>
        <pc:spChg chg="add del mod">
          <ac:chgData name="David Lowe" userId="7585b41e16c1901d" providerId="LiveId" clId="{133C6550-DAE8-473F-B466-82ACB33F8145}" dt="2026-02-17T14:59:38.868" v="207" actId="478"/>
          <ac:spMkLst>
            <pc:docMk/>
            <pc:sldMasterMk cId="3407703155" sldId="2147483660"/>
            <ac:spMk id="2" creationId="{F81D3C72-CEDF-D775-A445-FC37E263FCA1}"/>
          </ac:spMkLst>
        </pc:spChg>
        <pc:spChg chg="add del mod">
          <ac:chgData name="David Lowe" userId="7585b41e16c1901d" providerId="LiveId" clId="{133C6550-DAE8-473F-B466-82ACB33F8145}" dt="2026-02-17T14:59:43.966" v="208" actId="478"/>
          <ac:spMkLst>
            <pc:docMk/>
            <pc:sldMasterMk cId="3407703155" sldId="2147483660"/>
            <ac:spMk id="3" creationId="{36265D21-1DE3-BC33-CAF8-D183CF28ADDD}"/>
          </ac:spMkLst>
        </pc:spChg>
        <pc:sldLayoutChg chg="addSp modSp mod">
          <pc:chgData name="David Lowe" userId="7585b41e16c1901d" providerId="LiveId" clId="{133C6550-DAE8-473F-B466-82ACB33F8145}" dt="2026-02-17T16:16:23.452" v="351" actId="255"/>
          <pc:sldLayoutMkLst>
            <pc:docMk/>
            <pc:sldMasterMk cId="3407703155" sldId="2147483660"/>
            <pc:sldLayoutMk cId="803774959" sldId="2147483661"/>
          </pc:sldLayoutMkLst>
          <pc:spChg chg="mod">
            <ac:chgData name="David Lowe" userId="7585b41e16c1901d" providerId="LiveId" clId="{133C6550-DAE8-473F-B466-82ACB33F8145}" dt="2026-02-17T14:51:45.928" v="30" actId="20577"/>
            <ac:spMkLst>
              <pc:docMk/>
              <pc:sldMasterMk cId="3407703155" sldId="2147483660"/>
              <pc:sldLayoutMk cId="803774959" sldId="2147483661"/>
              <ac:spMk id="2" creationId="{80E67EFA-3859-4665-A748-446C33D0B37E}"/>
            </ac:spMkLst>
          </pc:spChg>
          <pc:spChg chg="mod">
            <ac:chgData name="David Lowe" userId="7585b41e16c1901d" providerId="LiveId" clId="{133C6550-DAE8-473F-B466-82ACB33F8145}" dt="2026-02-17T16:16:23.452" v="351" actId="255"/>
            <ac:spMkLst>
              <pc:docMk/>
              <pc:sldMasterMk cId="3407703155" sldId="2147483660"/>
              <pc:sldLayoutMk cId="803774959" sldId="2147483661"/>
              <ac:spMk id="3" creationId="{7028270C-2A79-4BA4-B415-CA3D9D84C80B}"/>
            </ac:spMkLst>
          </pc:spChg>
          <pc:picChg chg="add mod">
            <ac:chgData name="David Lowe" userId="7585b41e16c1901d" providerId="LiveId" clId="{133C6550-DAE8-473F-B466-82ACB33F8145}" dt="2026-02-17T14:53:56.659" v="58" actId="14100"/>
            <ac:picMkLst>
              <pc:docMk/>
              <pc:sldMasterMk cId="3407703155" sldId="2147483660"/>
              <pc:sldLayoutMk cId="803774959" sldId="2147483661"/>
              <ac:picMk id="5" creationId="{CA5DDEF9-DE70-D806-6BEA-49091F81A956}"/>
            </ac:picMkLst>
          </pc:picChg>
        </pc:sldLayoutChg>
        <pc:sldLayoutChg chg="addSp delSp modSp mod">
          <pc:chgData name="David Lowe" userId="7585b41e16c1901d" providerId="LiveId" clId="{133C6550-DAE8-473F-B466-82ACB33F8145}" dt="2026-02-17T16:16:30.007" v="352" actId="255"/>
          <pc:sldLayoutMkLst>
            <pc:docMk/>
            <pc:sldMasterMk cId="3407703155" sldId="2147483660"/>
            <pc:sldLayoutMk cId="3208902767" sldId="2147483662"/>
          </pc:sldLayoutMkLst>
          <pc:spChg chg="del">
            <ac:chgData name="David Lowe" userId="7585b41e16c1901d" providerId="LiveId" clId="{133C6550-DAE8-473F-B466-82ACB33F8145}" dt="2026-02-17T14:50:54.266" v="4" actId="478"/>
            <ac:spMkLst>
              <pc:docMk/>
              <pc:sldMasterMk cId="3407703155" sldId="2147483660"/>
              <pc:sldLayoutMk cId="3208902767" sldId="2147483662"/>
              <ac:spMk id="2" creationId="{409CDEB4-A820-F959-1E9E-727DB0EEE388}"/>
            </ac:spMkLst>
          </pc:spChg>
          <pc:spChg chg="add mod">
            <ac:chgData name="David Lowe" userId="7585b41e16c1901d" providerId="LiveId" clId="{133C6550-DAE8-473F-B466-82ACB33F8145}" dt="2026-02-17T16:16:30.007" v="352" actId="255"/>
            <ac:spMkLst>
              <pc:docMk/>
              <pc:sldMasterMk cId="3407703155" sldId="2147483660"/>
              <pc:sldLayoutMk cId="3208902767" sldId="2147483662"/>
              <ac:spMk id="3" creationId="{5B28F1C8-FA16-D430-AEAB-B60095F03A24}"/>
            </ac:spMkLst>
          </pc:spChg>
          <pc:picChg chg="add mod">
            <ac:chgData name="David Lowe" userId="7585b41e16c1901d" providerId="LiveId" clId="{133C6550-DAE8-473F-B466-82ACB33F8145}" dt="2026-02-17T14:55:12.938" v="60"/>
            <ac:picMkLst>
              <pc:docMk/>
              <pc:sldMasterMk cId="3407703155" sldId="2147483660"/>
              <pc:sldLayoutMk cId="3208902767" sldId="2147483662"/>
              <ac:picMk id="4" creationId="{40209141-EF5B-892D-23B3-1D82F162C16A}"/>
            </ac:picMkLst>
          </pc:picChg>
        </pc:sldLayoutChg>
        <pc:sldLayoutChg chg="addSp delSp modSp mod">
          <pc:chgData name="David Lowe" userId="7585b41e16c1901d" providerId="LiveId" clId="{133C6550-DAE8-473F-B466-82ACB33F8145}" dt="2026-02-17T17:04:32.872" v="586" actId="20577"/>
          <pc:sldLayoutMkLst>
            <pc:docMk/>
            <pc:sldMasterMk cId="3407703155" sldId="2147483660"/>
            <pc:sldLayoutMk cId="1414981320" sldId="2147483663"/>
          </pc:sldLayoutMkLst>
          <pc:spChg chg="mod">
            <ac:chgData name="David Lowe" userId="7585b41e16c1901d" providerId="LiveId" clId="{133C6550-DAE8-473F-B466-82ACB33F8145}" dt="2026-02-17T16:16:35.302" v="353" actId="255"/>
            <ac:spMkLst>
              <pc:docMk/>
              <pc:sldMasterMk cId="3407703155" sldId="2147483660"/>
              <pc:sldLayoutMk cId="1414981320" sldId="2147483663"/>
              <ac:spMk id="3" creationId="{5B28F1C8-FA16-D430-AEAB-B60095F03A24}"/>
            </ac:spMkLst>
          </pc:spChg>
          <pc:spChg chg="add del mod">
            <ac:chgData name="David Lowe" userId="7585b41e16c1901d" providerId="LiveId" clId="{133C6550-DAE8-473F-B466-82ACB33F8145}" dt="2026-02-17T17:03:50.136" v="483" actId="478"/>
            <ac:spMkLst>
              <pc:docMk/>
              <pc:sldMasterMk cId="3407703155" sldId="2147483660"/>
              <pc:sldLayoutMk cId="1414981320" sldId="2147483663"/>
              <ac:spMk id="4" creationId="{3DD76FFF-38BD-66AB-0FE5-06F862B49BA1}"/>
            </ac:spMkLst>
          </pc:spChg>
          <pc:spChg chg="add del">
            <ac:chgData name="David Lowe" userId="7585b41e16c1901d" providerId="LiveId" clId="{133C6550-DAE8-473F-B466-82ACB33F8145}" dt="2026-02-17T17:03:57.247" v="484" actId="11529"/>
            <ac:spMkLst>
              <pc:docMk/>
              <pc:sldMasterMk cId="3407703155" sldId="2147483660"/>
              <pc:sldLayoutMk cId="1414981320" sldId="2147483663"/>
              <ac:spMk id="5" creationId="{2D573999-FEA0-F58E-5BBB-B61D55B6B1D3}"/>
            </ac:spMkLst>
          </pc:spChg>
          <pc:spChg chg="add mod">
            <ac:chgData name="David Lowe" userId="7585b41e16c1901d" providerId="LiveId" clId="{133C6550-DAE8-473F-B466-82ACB33F8145}" dt="2026-02-17T17:04:32.872" v="586" actId="20577"/>
            <ac:spMkLst>
              <pc:docMk/>
              <pc:sldMasterMk cId="3407703155" sldId="2147483660"/>
              <pc:sldLayoutMk cId="1414981320" sldId="2147483663"/>
              <ac:spMk id="6" creationId="{DD402AF2-460B-3B73-3413-EB013F2244CD}"/>
            </ac:spMkLst>
          </pc:spChg>
          <pc:picChg chg="add mod">
            <ac:chgData name="David Lowe" userId="7585b41e16c1901d" providerId="LiveId" clId="{133C6550-DAE8-473F-B466-82ACB33F8145}" dt="2026-02-17T14:55:14.824" v="61"/>
            <ac:picMkLst>
              <pc:docMk/>
              <pc:sldMasterMk cId="3407703155" sldId="2147483660"/>
              <pc:sldLayoutMk cId="1414981320" sldId="2147483663"/>
              <ac:picMk id="2" creationId="{E7CFC89F-60D6-E601-E662-B919A74B12A2}"/>
            </ac:picMkLst>
          </pc:picChg>
        </pc:sldLayoutChg>
        <pc:sldLayoutChg chg="addSp delSp modSp mod">
          <pc:chgData name="David Lowe" userId="7585b41e16c1901d" providerId="LiveId" clId="{133C6550-DAE8-473F-B466-82ACB33F8145}" dt="2026-02-17T15:05:50.809" v="334" actId="255"/>
          <pc:sldLayoutMkLst>
            <pc:docMk/>
            <pc:sldMasterMk cId="3407703155" sldId="2147483660"/>
            <pc:sldLayoutMk cId="3212192662" sldId="2147483664"/>
          </pc:sldLayoutMkLst>
          <pc:spChg chg="mod">
            <ac:chgData name="David Lowe" userId="7585b41e16c1901d" providerId="LiveId" clId="{133C6550-DAE8-473F-B466-82ACB33F8145}" dt="2026-02-17T15:00:24.939" v="268" actId="1076"/>
            <ac:spMkLst>
              <pc:docMk/>
              <pc:sldMasterMk cId="3407703155" sldId="2147483660"/>
              <pc:sldLayoutMk cId="3212192662" sldId="2147483664"/>
              <ac:spMk id="2" creationId="{0BB2798F-C8AE-E288-C06E-56E15FBFCBCF}"/>
            </ac:spMkLst>
          </pc:spChg>
          <pc:spChg chg="add del mod">
            <ac:chgData name="David Lowe" userId="7585b41e16c1901d" providerId="LiveId" clId="{133C6550-DAE8-473F-B466-82ACB33F8145}" dt="2026-02-17T15:05:21.035" v="307" actId="478"/>
            <ac:spMkLst>
              <pc:docMk/>
              <pc:sldMasterMk cId="3407703155" sldId="2147483660"/>
              <pc:sldLayoutMk cId="3212192662" sldId="2147483664"/>
              <ac:spMk id="3" creationId="{3230E554-19E4-A2BE-1983-9A42CA296A0C}"/>
            </ac:spMkLst>
          </pc:spChg>
          <pc:spChg chg="add del">
            <ac:chgData name="David Lowe" userId="7585b41e16c1901d" providerId="LiveId" clId="{133C6550-DAE8-473F-B466-82ACB33F8145}" dt="2026-02-17T15:05:12.509" v="305" actId="11529"/>
            <ac:spMkLst>
              <pc:docMk/>
              <pc:sldMasterMk cId="3407703155" sldId="2147483660"/>
              <pc:sldLayoutMk cId="3212192662" sldId="2147483664"/>
              <ac:spMk id="4" creationId="{CCADAC8E-62E5-FC27-4DF5-9EE4479A4BCB}"/>
            </ac:spMkLst>
          </pc:spChg>
          <pc:spChg chg="add mod">
            <ac:chgData name="David Lowe" userId="7585b41e16c1901d" providerId="LiveId" clId="{133C6550-DAE8-473F-B466-82ACB33F8145}" dt="2026-02-17T15:05:50.809" v="334" actId="255"/>
            <ac:spMkLst>
              <pc:docMk/>
              <pc:sldMasterMk cId="3407703155" sldId="2147483660"/>
              <pc:sldLayoutMk cId="3212192662" sldId="2147483664"/>
              <ac:spMk id="5" creationId="{7A2552B6-276C-EC8C-7D52-A24939FED977}"/>
            </ac:spMkLst>
          </pc:spChg>
        </pc:sldLayoutChg>
        <pc:sldLayoutChg chg="addSp delSp modSp mod ord">
          <pc:chgData name="David Lowe" userId="7585b41e16c1901d" providerId="LiveId" clId="{133C6550-DAE8-473F-B466-82ACB33F8145}" dt="2026-02-17T15:38:09.298" v="342" actId="20578"/>
          <pc:sldLayoutMkLst>
            <pc:docMk/>
            <pc:sldMasterMk cId="3407703155" sldId="2147483660"/>
            <pc:sldLayoutMk cId="933523133" sldId="2147483665"/>
          </pc:sldLayoutMkLst>
          <pc:spChg chg="del">
            <ac:chgData name="David Lowe" userId="7585b41e16c1901d" providerId="LiveId" clId="{133C6550-DAE8-473F-B466-82ACB33F8145}" dt="2026-02-17T15:37:21.292" v="338" actId="478"/>
            <ac:spMkLst>
              <pc:docMk/>
              <pc:sldMasterMk cId="3407703155" sldId="2147483660"/>
              <pc:sldLayoutMk cId="933523133" sldId="2147483665"/>
              <ac:spMk id="2" creationId="{370B64F0-F2A5-553A-AC1E-A6AA44979616}"/>
            </ac:spMkLst>
          </pc:spChg>
          <pc:picChg chg="add mod">
            <ac:chgData name="David Lowe" userId="7585b41e16c1901d" providerId="LiveId" clId="{133C6550-DAE8-473F-B466-82ACB33F8145}" dt="2026-02-17T15:37:48.310" v="339" actId="931"/>
            <ac:picMkLst>
              <pc:docMk/>
              <pc:sldMasterMk cId="3407703155" sldId="2147483660"/>
              <pc:sldLayoutMk cId="933523133" sldId="2147483665"/>
              <ac:picMk id="4" creationId="{6F269750-5594-296B-0492-2BCD8EB0D4E4}"/>
            </ac:picMkLst>
          </pc:picChg>
        </pc:sldLayoutChg>
        <pc:sldLayoutChg chg="addSp delSp modSp mod">
          <pc:chgData name="David Lowe" userId="7585b41e16c1901d" providerId="LiveId" clId="{133C6550-DAE8-473F-B466-82ACB33F8145}" dt="2026-02-17T15:38:49.054" v="346" actId="931"/>
          <pc:sldLayoutMkLst>
            <pc:docMk/>
            <pc:sldMasterMk cId="3407703155" sldId="2147483660"/>
            <pc:sldLayoutMk cId="921677003" sldId="2147483666"/>
          </pc:sldLayoutMkLst>
          <pc:spChg chg="del">
            <ac:chgData name="David Lowe" userId="7585b41e16c1901d" providerId="LiveId" clId="{133C6550-DAE8-473F-B466-82ACB33F8145}" dt="2026-02-17T15:38:14.470" v="343" actId="478"/>
            <ac:spMkLst>
              <pc:docMk/>
              <pc:sldMasterMk cId="3407703155" sldId="2147483660"/>
              <pc:sldLayoutMk cId="921677003" sldId="2147483666"/>
              <ac:spMk id="2" creationId="{9788E147-F191-81D4-D940-502C09943760}"/>
            </ac:spMkLst>
          </pc:spChg>
          <pc:picChg chg="add del mod">
            <ac:chgData name="David Lowe" userId="7585b41e16c1901d" providerId="LiveId" clId="{133C6550-DAE8-473F-B466-82ACB33F8145}" dt="2026-02-17T15:38:41.047" v="345" actId="478"/>
            <ac:picMkLst>
              <pc:docMk/>
              <pc:sldMasterMk cId="3407703155" sldId="2147483660"/>
              <pc:sldLayoutMk cId="921677003" sldId="2147483666"/>
              <ac:picMk id="4" creationId="{F450372D-DD3D-766A-AFCE-EDF519597D20}"/>
            </ac:picMkLst>
          </pc:picChg>
          <pc:picChg chg="add mod">
            <ac:chgData name="David Lowe" userId="7585b41e16c1901d" providerId="LiveId" clId="{133C6550-DAE8-473F-B466-82ACB33F8145}" dt="2026-02-17T15:38:49.054" v="346" actId="931"/>
            <ac:picMkLst>
              <pc:docMk/>
              <pc:sldMasterMk cId="3407703155" sldId="2147483660"/>
              <pc:sldLayoutMk cId="921677003" sldId="2147483666"/>
              <ac:picMk id="6" creationId="{3616FED1-6119-D51F-F2D3-71DE75344537}"/>
            </ac:picMkLst>
          </pc:picChg>
        </pc:sldLayoutChg>
        <pc:sldLayoutChg chg="addSp delSp modSp mod ord">
          <pc:chgData name="David Lowe" userId="7585b41e16c1901d" providerId="LiveId" clId="{133C6550-DAE8-473F-B466-82ACB33F8145}" dt="2026-02-17T16:18:43.820" v="408" actId="11529"/>
          <pc:sldLayoutMkLst>
            <pc:docMk/>
            <pc:sldMasterMk cId="3407703155" sldId="2147483660"/>
            <pc:sldLayoutMk cId="3428061703" sldId="2147483667"/>
          </pc:sldLayoutMkLst>
          <pc:spChg chg="del mod">
            <ac:chgData name="David Lowe" userId="7585b41e16c1901d" providerId="LiveId" clId="{133C6550-DAE8-473F-B466-82ACB33F8145}" dt="2026-02-17T16:17:36.563" v="371" actId="478"/>
            <ac:spMkLst>
              <pc:docMk/>
              <pc:sldMasterMk cId="3407703155" sldId="2147483660"/>
              <pc:sldLayoutMk cId="3428061703" sldId="2147483667"/>
              <ac:spMk id="2" creationId="{472A055C-C268-F9C0-DFFF-ABF01B5F441B}"/>
            </ac:spMkLst>
          </pc:spChg>
          <pc:spChg chg="add del">
            <ac:chgData name="David Lowe" userId="7585b41e16c1901d" providerId="LiveId" clId="{133C6550-DAE8-473F-B466-82ACB33F8145}" dt="2026-02-17T16:17:43.406" v="372" actId="11529"/>
            <ac:spMkLst>
              <pc:docMk/>
              <pc:sldMasterMk cId="3407703155" sldId="2147483660"/>
              <pc:sldLayoutMk cId="3428061703" sldId="2147483667"/>
              <ac:spMk id="3" creationId="{02F4F83A-C90B-2F89-2944-6F22FB87B171}"/>
            </ac:spMkLst>
          </pc:spChg>
          <pc:spChg chg="add mod">
            <ac:chgData name="David Lowe" userId="7585b41e16c1901d" providerId="LiveId" clId="{133C6550-DAE8-473F-B466-82ACB33F8145}" dt="2026-02-17T16:18:17.243" v="407" actId="122"/>
            <ac:spMkLst>
              <pc:docMk/>
              <pc:sldMasterMk cId="3407703155" sldId="2147483660"/>
              <pc:sldLayoutMk cId="3428061703" sldId="2147483667"/>
              <ac:spMk id="4" creationId="{B9FB684B-A7BA-E7FB-A48D-F6D86CE3F188}"/>
            </ac:spMkLst>
          </pc:spChg>
          <pc:spChg chg="add del">
            <ac:chgData name="David Lowe" userId="7585b41e16c1901d" providerId="LiveId" clId="{133C6550-DAE8-473F-B466-82ACB33F8145}" dt="2026-02-17T16:18:43.820" v="408" actId="11529"/>
            <ac:spMkLst>
              <pc:docMk/>
              <pc:sldMasterMk cId="3407703155" sldId="2147483660"/>
              <pc:sldLayoutMk cId="3428061703" sldId="2147483667"/>
              <ac:spMk id="5" creationId="{8D1A644C-2BD8-789E-EA6F-818B8AC3A813}"/>
            </ac:spMkLst>
          </pc:spChg>
          <pc:spChg chg="add mod">
            <ac:chgData name="David Lowe" userId="7585b41e16c1901d" providerId="LiveId" clId="{133C6550-DAE8-473F-B466-82ACB33F8145}" dt="2026-02-17T16:18:43.820" v="408" actId="11529"/>
            <ac:spMkLst>
              <pc:docMk/>
              <pc:sldMasterMk cId="3407703155" sldId="2147483660"/>
              <pc:sldLayoutMk cId="3428061703" sldId="2147483667"/>
              <ac:spMk id="6" creationId="{35C26DD2-6294-454E-5048-972B0F109A73}"/>
            </ac:spMkLst>
          </pc:spChg>
        </pc:sldLayoutChg>
        <pc:sldLayoutChg chg="addSp delSp modSp mod">
          <pc:chgData name="David Lowe" userId="7585b41e16c1901d" providerId="LiveId" clId="{133C6550-DAE8-473F-B466-82ACB33F8145}" dt="2026-02-17T18:51:00.493" v="762" actId="255"/>
          <pc:sldLayoutMkLst>
            <pc:docMk/>
            <pc:sldMasterMk cId="3407703155" sldId="2147483660"/>
            <pc:sldLayoutMk cId="2673138663" sldId="2147483668"/>
          </pc:sldLayoutMkLst>
          <pc:spChg chg="mod ord">
            <ac:chgData name="David Lowe" userId="7585b41e16c1901d" providerId="LiveId" clId="{133C6550-DAE8-473F-B466-82ACB33F8145}" dt="2026-02-17T18:47:27.019" v="595" actId="1076"/>
            <ac:spMkLst>
              <pc:docMk/>
              <pc:sldMasterMk cId="3407703155" sldId="2147483660"/>
              <pc:sldLayoutMk cId="2673138663" sldId="2147483668"/>
              <ac:spMk id="2" creationId="{FABF691C-DECC-EC0A-FD21-22D9E0426A93}"/>
            </ac:spMkLst>
          </pc:spChg>
          <pc:spChg chg="add del">
            <ac:chgData name="David Lowe" userId="7585b41e16c1901d" providerId="LiveId" clId="{133C6550-DAE8-473F-B466-82ACB33F8145}" dt="2026-02-17T16:44:22.900" v="435" actId="11529"/>
            <ac:spMkLst>
              <pc:docMk/>
              <pc:sldMasterMk cId="3407703155" sldId="2147483660"/>
              <pc:sldLayoutMk cId="2673138663" sldId="2147483668"/>
              <ac:spMk id="3" creationId="{21CC9D70-BC73-FB65-FD38-E8EB06EA8940}"/>
            </ac:spMkLst>
          </pc:spChg>
          <pc:spChg chg="add mod ord">
            <ac:chgData name="David Lowe" userId="7585b41e16c1901d" providerId="LiveId" clId="{133C6550-DAE8-473F-B466-82ACB33F8145}" dt="2026-02-17T18:51:00.493" v="762" actId="255"/>
            <ac:spMkLst>
              <pc:docMk/>
              <pc:sldMasterMk cId="3407703155" sldId="2147483660"/>
              <pc:sldLayoutMk cId="2673138663" sldId="2147483668"/>
              <ac:spMk id="4" creationId="{92FA85A5-7ECC-B748-D9B9-0FA3D0580C09}"/>
            </ac:spMkLst>
          </pc:spChg>
          <pc:picChg chg="add mod">
            <ac:chgData name="David Lowe" userId="7585b41e16c1901d" providerId="LiveId" clId="{133C6550-DAE8-473F-B466-82ACB33F8145}" dt="2026-02-17T18:48:28.323" v="721" actId="1076"/>
            <ac:picMkLst>
              <pc:docMk/>
              <pc:sldMasterMk cId="3407703155" sldId="2147483660"/>
              <pc:sldLayoutMk cId="2673138663" sldId="2147483668"/>
              <ac:picMk id="5" creationId="{0113642D-BDD0-CB90-278F-BCE6C4B5AF6C}"/>
            </ac:picMkLst>
          </pc:picChg>
        </pc:sldLayoutChg>
        <pc:sldLayoutChg chg="addSp delSp modSp mod setBg">
          <pc:chgData name="David Lowe" userId="7585b41e16c1901d" providerId="LiveId" clId="{133C6550-DAE8-473F-B466-82ACB33F8145}" dt="2026-02-17T18:52:37.552" v="831" actId="207"/>
          <pc:sldLayoutMkLst>
            <pc:docMk/>
            <pc:sldMasterMk cId="3407703155" sldId="2147483660"/>
            <pc:sldLayoutMk cId="708161411" sldId="2147483669"/>
          </pc:sldLayoutMkLst>
          <pc:spChg chg="del">
            <ac:chgData name="David Lowe" userId="7585b41e16c1901d" providerId="LiveId" clId="{133C6550-DAE8-473F-B466-82ACB33F8145}" dt="2026-02-17T16:45:14.395" v="481" actId="478"/>
            <ac:spMkLst>
              <pc:docMk/>
              <pc:sldMasterMk cId="3407703155" sldId="2147483660"/>
              <pc:sldLayoutMk cId="708161411" sldId="2147483669"/>
              <ac:spMk id="2" creationId="{FABF691C-DECC-EC0A-FD21-22D9E0426A93}"/>
            </ac:spMkLst>
          </pc:spChg>
          <pc:spChg chg="mod ord">
            <ac:chgData name="David Lowe" userId="7585b41e16c1901d" providerId="LiveId" clId="{133C6550-DAE8-473F-B466-82ACB33F8145}" dt="2026-02-17T18:52:37.552" v="831" actId="207"/>
            <ac:spMkLst>
              <pc:docMk/>
              <pc:sldMasterMk cId="3407703155" sldId="2147483660"/>
              <pc:sldLayoutMk cId="708161411" sldId="2147483669"/>
              <ac:spMk id="4" creationId="{92FA85A5-7ECC-B748-D9B9-0FA3D0580C09}"/>
            </ac:spMkLst>
          </pc:spChg>
          <pc:picChg chg="add mod">
            <ac:chgData name="David Lowe" userId="7585b41e16c1901d" providerId="LiveId" clId="{133C6550-DAE8-473F-B466-82ACB33F8145}" dt="2026-02-17T18:52:07.682" v="767" actId="1076"/>
            <ac:picMkLst>
              <pc:docMk/>
              <pc:sldMasterMk cId="3407703155" sldId="2147483660"/>
              <pc:sldLayoutMk cId="708161411" sldId="2147483669"/>
              <ac:picMk id="2" creationId="{332CBCE5-AD27-57AB-28E3-85C86707FD18}"/>
            </ac:picMkLst>
          </pc:picChg>
        </pc:sldLayoutChg>
        <pc:sldLayoutChg chg="modSp mod">
          <pc:chgData name="David Lowe" userId="7585b41e16c1901d" providerId="LiveId" clId="{133C6550-DAE8-473F-B466-82ACB33F8145}" dt="2026-02-17T18:56:52.927" v="834" actId="1076"/>
          <pc:sldLayoutMkLst>
            <pc:docMk/>
            <pc:sldMasterMk cId="3407703155" sldId="2147483660"/>
            <pc:sldLayoutMk cId="3923898562" sldId="2147483670"/>
          </pc:sldLayoutMkLst>
          <pc:spChg chg="mod">
            <ac:chgData name="David Lowe" userId="7585b41e16c1901d" providerId="LiveId" clId="{133C6550-DAE8-473F-B466-82ACB33F8145}" dt="2026-02-17T18:56:38.609" v="833" actId="1076"/>
            <ac:spMkLst>
              <pc:docMk/>
              <pc:sldMasterMk cId="3407703155" sldId="2147483660"/>
              <pc:sldLayoutMk cId="3923898562" sldId="2147483670"/>
              <ac:spMk id="4" creationId="{92FA85A5-7ECC-B748-D9B9-0FA3D0580C09}"/>
            </ac:spMkLst>
          </pc:spChg>
          <pc:picChg chg="mod">
            <ac:chgData name="David Lowe" userId="7585b41e16c1901d" providerId="LiveId" clId="{133C6550-DAE8-473F-B466-82ACB33F8145}" dt="2026-02-17T18:56:52.927" v="834" actId="1076"/>
            <ac:picMkLst>
              <pc:docMk/>
              <pc:sldMasterMk cId="3407703155" sldId="2147483660"/>
              <pc:sldLayoutMk cId="3923898562" sldId="2147483670"/>
              <ac:picMk id="2" creationId="{332CBCE5-AD27-57AB-28E3-85C86707FD18}"/>
            </ac:picMkLst>
          </pc:picChg>
        </pc:sldLayoutChg>
      </pc:sldMasterChg>
      <pc:sldMasterChg chg="new del mod addSldLayout delSldLayout">
        <pc:chgData name="David Lowe" userId="7585b41e16c1901d" providerId="LiveId" clId="{133C6550-DAE8-473F-B466-82ACB33F8145}" dt="2026-02-17T15:38:07.078" v="341" actId="6938"/>
        <pc:sldMasterMkLst>
          <pc:docMk/>
          <pc:sldMasterMk cId="2901959604" sldId="2147483666"/>
        </pc:sldMasterMkLst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2808643017" sldId="2147483667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830038453" sldId="2147483668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350753350" sldId="2147483669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3839357806" sldId="2147483670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2501207526" sldId="2147483671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1524559494" sldId="2147483672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3121959716" sldId="2147483673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2457244597" sldId="2147483674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2664484919" sldId="2147483675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3799435578" sldId="2147483676"/>
          </pc:sldLayoutMkLst>
        </pc:sldLayoutChg>
        <pc:sldLayoutChg chg="new del replId">
          <pc:chgData name="David Lowe" userId="7585b41e16c1901d" providerId="LiveId" clId="{133C6550-DAE8-473F-B466-82ACB33F8145}" dt="2026-02-17T15:38:07.078" v="341" actId="6938"/>
          <pc:sldLayoutMkLst>
            <pc:docMk/>
            <pc:sldMasterMk cId="2901959604" sldId="2147483666"/>
            <pc:sldLayoutMk cId="3495001164" sldId="214748367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AF83F5-FD3C-02B7-8B4D-3207C4F12B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4A416-EB9D-3CC6-5C0D-1EC165CC82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14BE5-CB7B-477B-BED5-8D11D153B52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96AF0-2036-CA8D-5AA3-C5812A70C5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BF849-13F4-A194-8E5E-5DC9182BD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D8292-B5F8-460E-B3BA-743586263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04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CC043-77C6-4BC3-90D8-7459411BD25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F03B99-5902-456B-92B2-34F17BCB3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36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798F-C8AE-E288-C06E-56E15FBFCB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56954" y="411307"/>
            <a:ext cx="8278091" cy="3837420"/>
          </a:xfrm>
          <a:prstGeom prst="rect">
            <a:avLst/>
          </a:prstGeom>
        </p:spPr>
        <p:txBody>
          <a:bodyPr/>
          <a:lstStyle>
            <a:lvl1pPr algn="ctr">
              <a:defRPr sz="6000">
                <a:latin typeface="+mn-lt"/>
              </a:defRPr>
            </a:lvl1pPr>
          </a:lstStyle>
          <a:p>
            <a:r>
              <a:rPr lang="en-US" dirty="0"/>
              <a:t>Welcome to St Paul’s</a:t>
            </a:r>
            <a:br>
              <a:rPr lang="en-US" dirty="0"/>
            </a:br>
            <a:r>
              <a:rPr lang="en-US" dirty="0"/>
              <a:t>- Date goes here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552B6-276C-EC8C-7D52-A24939FED9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6954" y="4907108"/>
            <a:ext cx="8277225" cy="941387"/>
          </a:xfrm>
          <a:prstGeom prst="rect">
            <a:avLst/>
          </a:prstGeom>
        </p:spPr>
        <p:txBody>
          <a:bodyPr/>
          <a:lstStyle>
            <a:lvl1pPr>
              <a:buNone/>
              <a:defRPr sz="3600"/>
            </a:lvl1pPr>
          </a:lstStyle>
          <a:p>
            <a:pPr lvl="0"/>
            <a:r>
              <a:rPr lang="en-US" dirty="0"/>
              <a:t>Preacher &amp; Theme go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19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B684B-A7BA-E7FB-A48D-F6D86CE3F1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433388"/>
            <a:ext cx="5319713" cy="3768725"/>
          </a:xfrm>
          <a:prstGeom prst="rect">
            <a:avLst/>
          </a:prstGeom>
        </p:spPr>
        <p:txBody>
          <a:bodyPr/>
          <a:lstStyle>
            <a:lvl1pPr algn="ctr"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Section Heading goes here</a:t>
            </a:r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C26DD2-6294-454E-5048-972B0F109A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13450" y="360363"/>
            <a:ext cx="5864225" cy="618807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06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Hym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7EFA-3859-4665-A748-446C33D0B3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327" y="198726"/>
            <a:ext cx="11111345" cy="771092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+mn-lt"/>
              </a:defRPr>
            </a:lvl1pPr>
          </a:lstStyle>
          <a:p>
            <a:r>
              <a:rPr lang="en-US" dirty="0"/>
              <a:t>Hymn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8270C-2A79-4BA4-B415-CA3D9D84C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3999" y="1366838"/>
            <a:ext cx="9144000" cy="45813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Hymn Words go here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DDEF9-DE70-D806-6BEA-49091F81A9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201" y="5634181"/>
            <a:ext cx="1266941" cy="11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7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ymnC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28F1C8-FA16-D430-AEAB-B60095F03A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3999" y="1366838"/>
            <a:ext cx="9144000" cy="45813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Hymn Words go here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09141-EF5B-892D-23B3-1D82F162C1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201" y="5634181"/>
            <a:ext cx="1266941" cy="11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0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ymn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28F1C8-FA16-D430-AEAB-B60095F03A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3999" y="1366838"/>
            <a:ext cx="9144000" cy="45813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Hymn Words go here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CFC89F-60D6-E601-E662-B919A74B1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201" y="5634181"/>
            <a:ext cx="1266941" cy="111907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402AF2-460B-3B73-3413-EB013F2244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364288"/>
            <a:ext cx="8737600" cy="314325"/>
          </a:xfrm>
          <a:prstGeom prst="rect">
            <a:avLst/>
          </a:prstGeom>
        </p:spPr>
        <p:txBody>
          <a:bodyPr/>
          <a:lstStyle>
            <a:lvl1pPr>
              <a:buNone/>
              <a:defRPr sz="1400" i="1"/>
            </a:lvl1pPr>
            <a:lvl2pPr>
              <a:buNone/>
              <a:defRPr sz="1400" i="1"/>
            </a:lvl2pPr>
            <a:lvl3pPr>
              <a:buNone/>
              <a:defRPr sz="1400" i="1"/>
            </a:lvl3pPr>
            <a:lvl4pPr>
              <a:buNone/>
              <a:defRPr sz="1400" i="1"/>
            </a:lvl4pPr>
            <a:lvl5pPr>
              <a:buNone/>
              <a:defRPr sz="1400" i="1"/>
            </a:lvl5pPr>
          </a:lstStyle>
          <a:p>
            <a:pPr lvl="0"/>
            <a:r>
              <a:rPr lang="en-US" dirty="0"/>
              <a:t>Copyright information with © symbol goes here with hymn author and music composer with dates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89F4B-FD4D-1007-F7CF-A0D4AEAAD1E2}"/>
              </a:ext>
            </a:extLst>
          </p:cNvPr>
          <p:cNvSpPr txBox="1"/>
          <p:nvPr userDrawn="1"/>
        </p:nvSpPr>
        <p:spPr>
          <a:xfrm>
            <a:off x="9291782" y="6419273"/>
            <a:ext cx="137621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300" i="1" dirty="0"/>
              <a:t>CCLI 113006</a:t>
            </a:r>
          </a:p>
        </p:txBody>
      </p:sp>
    </p:spTree>
    <p:extLst>
      <p:ext uri="{BB962C8B-B14F-4D97-AF65-F5344CB8AC3E}">
        <p14:creationId xmlns:p14="http://schemas.microsoft.com/office/powerpoint/2010/main" val="1414981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ding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13642D-BDD0-CB90-278F-BCE6C4B5AF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938" y="1400783"/>
            <a:ext cx="10295043" cy="6858000"/>
          </a:xfrm>
          <a:prstGeom prst="rect">
            <a:avLst/>
          </a:prstGeom>
          <a:effectLst>
            <a:softEdge rad="1206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BF691C-DECC-EC0A-FD21-22D9E0426A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542" y="243247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Reading Title goes here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A85A5-7ECC-B748-D9B9-0FA3D0580C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542" y="1782763"/>
            <a:ext cx="6473858" cy="4857750"/>
          </a:xfrm>
          <a:prstGeom prst="rect">
            <a:avLst/>
          </a:prstGeom>
          <a:solidFill>
            <a:srgbClr val="F5EFE8">
              <a:alpha val="75000"/>
            </a:srgbClr>
          </a:solidFill>
        </p:spPr>
        <p:txBody>
          <a:bodyPr/>
          <a:lstStyle>
            <a:lvl1pPr>
              <a:buNone/>
              <a:defRPr sz="22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</a:lstStyle>
          <a:p>
            <a:pPr lvl="0"/>
            <a:r>
              <a:rPr lang="en-US" dirty="0"/>
              <a:t>Text from Bible Reading goes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313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dingCont">
    <p:bg>
      <p:bgPr>
        <a:solidFill>
          <a:srgbClr val="F5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2CBCE5-AD27-57AB-28E3-85C86707F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19700" y="217487"/>
            <a:ext cx="10295043" cy="6858000"/>
          </a:xfrm>
          <a:prstGeom prst="rect">
            <a:avLst/>
          </a:prstGeom>
          <a:effectLst>
            <a:softEdge rad="12065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A85A5-7ECC-B748-D9B9-0FA3D0580C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2774" y="304800"/>
            <a:ext cx="8287966" cy="6335713"/>
          </a:xfrm>
          <a:prstGeom prst="rect">
            <a:avLst/>
          </a:prstGeom>
          <a:solidFill>
            <a:srgbClr val="F5EFE8">
              <a:alpha val="75000"/>
            </a:srgbClr>
          </a:solidFill>
        </p:spPr>
        <p:txBody>
          <a:bodyPr/>
          <a:lstStyle>
            <a:lvl1pPr>
              <a:buNone/>
              <a:defRPr sz="24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</a:lstStyle>
          <a:p>
            <a:pPr lvl="0"/>
            <a:r>
              <a:rPr lang="en-US" dirty="0"/>
              <a:t>Text from Bible Reading goes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816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dingCont2">
    <p:bg>
      <p:bgPr>
        <a:solidFill>
          <a:srgbClr val="F5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2CBCE5-AD27-57AB-28E3-85C86707F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699" y="0"/>
            <a:ext cx="10295043" cy="6858000"/>
          </a:xfrm>
          <a:prstGeom prst="rect">
            <a:avLst/>
          </a:prstGeom>
          <a:effectLst>
            <a:softEdge rad="12065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A85A5-7ECC-B748-D9B9-0FA3D0580C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281" y="261143"/>
            <a:ext cx="8287966" cy="6335713"/>
          </a:xfrm>
          <a:prstGeom prst="rect">
            <a:avLst/>
          </a:prstGeom>
          <a:solidFill>
            <a:srgbClr val="F5EFE8">
              <a:alpha val="75000"/>
            </a:srgbClr>
          </a:solidFill>
        </p:spPr>
        <p:txBody>
          <a:bodyPr/>
          <a:lstStyle>
            <a:lvl1pPr>
              <a:buNone/>
              <a:defRPr sz="24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</a:lstStyle>
          <a:p>
            <a:pPr lvl="0"/>
            <a:r>
              <a:rPr lang="en-US" dirty="0"/>
              <a:t>Text from Bible Reading goes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89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PTraditi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269750-5594-296B-0492-2BCD8EB0D4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" y="0"/>
            <a:ext cx="121676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2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PMo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16FED1-6119-D51F-F2D3-71DE753445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12166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7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70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7" r:id="rId2"/>
    <p:sldLayoutId id="2147483661" r:id="rId3"/>
    <p:sldLayoutId id="2147483662" r:id="rId4"/>
    <p:sldLayoutId id="2147483663" r:id="rId5"/>
    <p:sldLayoutId id="2147483668" r:id="rId6"/>
    <p:sldLayoutId id="2147483669" r:id="rId7"/>
    <p:sldLayoutId id="2147483670" r:id="rId8"/>
    <p:sldLayoutId id="2147483665" r:id="rId9"/>
    <p:sldLayoutId id="214748366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D1A7F2-9FF4-86F4-E849-473B4F8A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916F9-6B49-F743-E350-702A4CC86F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81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4F264E-495C-B395-9923-084B39DC0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02D5E-3B9D-DC8C-284A-D547A75C4C2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78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9C63-4701-A2C1-CCFF-9C0959663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DBE81-B26A-A269-223E-55459E8D0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39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C68E7E70-7DA3-D09F-2C20-9B1D69825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5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237408-E133-C9DE-FEC5-0C3587414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22049-0848-ED7F-C0B9-32532DBAD0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049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1585C-CD7C-E13A-5BB5-7E2D601E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58ED5-F949-3A2A-4CC7-19B0881E4E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46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7086A-9B78-3696-B6C6-2335B405C7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26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09325-98F4-0887-E3ED-53E211811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332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2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854556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Open Space</dc:title>
  <dc:creator>David Lowe</dc:creator>
  <cp:lastModifiedBy>David Lowe</cp:lastModifiedBy>
  <cp:revision>17</cp:revision>
  <dcterms:created xsi:type="dcterms:W3CDTF">2023-03-04T22:27:51Z</dcterms:created>
  <dcterms:modified xsi:type="dcterms:W3CDTF">2026-02-17T22:42:28Z</dcterms:modified>
</cp:coreProperties>
</file>